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Sorting and Searching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By:</a:t>
            </a:r>
          </a:p>
          <a:p>
            <a:r>
              <a:rPr lang="en-US" dirty="0" err="1" smtClean="0"/>
              <a:t>Jyotsnarani</a:t>
            </a:r>
            <a:r>
              <a:rPr lang="en-US" dirty="0" smtClean="0"/>
              <a:t> </a:t>
            </a:r>
            <a:r>
              <a:rPr lang="en-US" dirty="0" err="1" smtClean="0"/>
              <a:t>Tripathy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29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dirty="0" smtClean="0"/>
              <a:t>Linear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/>
              <a:t>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a[10], i, item;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SEVEN elements of an array:\n");</a:t>
            </a:r>
          </a:p>
          <a:p>
            <a:r>
              <a:rPr lang="en-IN" dirty="0"/>
              <a:t>    for (i=0; i&lt;=6; i++)</a:t>
            </a:r>
          </a:p>
          <a:p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("%d", &amp;a[i]);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item to search: ");</a:t>
            </a:r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12552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/>
              <a:t>scanf</a:t>
            </a:r>
            <a:r>
              <a:rPr lang="en-IN" dirty="0"/>
              <a:t>("%d", &amp;item);</a:t>
            </a:r>
          </a:p>
          <a:p>
            <a:r>
              <a:rPr lang="en-IN" dirty="0"/>
              <a:t>    for (i=0; </a:t>
            </a:r>
            <a:r>
              <a:rPr lang="en-IN" dirty="0" err="1"/>
              <a:t>i</a:t>
            </a:r>
            <a:r>
              <a:rPr lang="en-IN" dirty="0" smtClean="0"/>
              <a:t>&lt;=6; </a:t>
            </a:r>
            <a:r>
              <a:rPr lang="en-IN" dirty="0"/>
              <a:t>i++)</a:t>
            </a:r>
          </a:p>
          <a:p>
            <a:r>
              <a:rPr lang="en-IN" dirty="0"/>
              <a:t>        if (item == a[i])</a:t>
            </a:r>
          </a:p>
          <a:p>
            <a:r>
              <a:rPr lang="en-IN" dirty="0"/>
              <a:t>        {</a:t>
            </a:r>
          </a:p>
          <a:p>
            <a:r>
              <a:rPr lang="en-IN" dirty="0"/>
              <a:t>    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nItem</a:t>
            </a:r>
            <a:r>
              <a:rPr lang="en-IN" dirty="0"/>
              <a:t> found at location %d", i+1);</a:t>
            </a:r>
          </a:p>
          <a:p>
            <a:r>
              <a:rPr lang="en-IN" dirty="0"/>
              <a:t>            break;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if (i &gt; 9)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nItem</a:t>
            </a:r>
            <a:r>
              <a:rPr lang="en-IN" dirty="0"/>
              <a:t> does not exist.");</a:t>
            </a:r>
          </a:p>
          <a:p>
            <a:r>
              <a:rPr lang="en-IN" dirty="0"/>
              <a:t>    </a:t>
            </a:r>
            <a:r>
              <a:rPr lang="en-IN" dirty="0" smtClean="0"/>
              <a:t>return 0;</a:t>
            </a:r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65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LS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Step 1 - Read the search element from the user.</a:t>
            </a:r>
          </a:p>
          <a:p>
            <a:r>
              <a:rPr lang="en-IN" dirty="0"/>
              <a:t>Step 2 - Compare the search element with the first element in the list.</a:t>
            </a:r>
          </a:p>
          <a:p>
            <a:r>
              <a:rPr lang="en-IN" dirty="0"/>
              <a:t>Step 3 - If both are matched, then display "Given element is found!!!" and terminate the function</a:t>
            </a:r>
          </a:p>
          <a:p>
            <a:endParaRPr lang="en-IN" dirty="0"/>
          </a:p>
          <a:p>
            <a:r>
              <a:rPr lang="en-IN" dirty="0"/>
              <a:t> </a:t>
            </a:r>
          </a:p>
          <a:p>
            <a:r>
              <a:rPr lang="en-IN" dirty="0"/>
              <a:t>Step 4 - If both are not matched, then compare search element with the next element in the list.</a:t>
            </a:r>
          </a:p>
          <a:p>
            <a:r>
              <a:rPr lang="en-IN" dirty="0"/>
              <a:t>Step 5 - Repeat steps 3 and 4 until search element is compared with last element in the list.</a:t>
            </a:r>
          </a:p>
          <a:p>
            <a:r>
              <a:rPr lang="en-IN" dirty="0"/>
              <a:t>Step 6 - If last element in the list also doesn't match, then display "Element is not found!!!" and terminate the function.</a:t>
            </a:r>
          </a:p>
        </p:txBody>
      </p:sp>
    </p:spTree>
    <p:extLst>
      <p:ext uri="{BB962C8B-B14F-4D97-AF65-F5344CB8AC3E}">
        <p14:creationId xmlns:p14="http://schemas.microsoft.com/office/powerpoint/2010/main" val="302975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231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Binary 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 err="1"/>
              <a:t>int</a:t>
            </a:r>
            <a:r>
              <a:rPr lang="en-IN" dirty="0"/>
              <a:t> 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int</a:t>
            </a:r>
            <a:r>
              <a:rPr lang="en-IN" dirty="0"/>
              <a:t> c, first, last, middle, n, search, array[100];</a:t>
            </a:r>
          </a:p>
          <a:p>
            <a:r>
              <a:rPr lang="en-IN" dirty="0"/>
              <a:t>  </a:t>
            </a:r>
            <a:r>
              <a:rPr lang="en-IN" dirty="0" err="1"/>
              <a:t>printf</a:t>
            </a:r>
            <a:r>
              <a:rPr lang="en-IN" dirty="0"/>
              <a:t>("Enter number of elements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scanf</a:t>
            </a:r>
            <a:r>
              <a:rPr lang="en-IN" dirty="0"/>
              <a:t>("%d", &amp;n);</a:t>
            </a:r>
          </a:p>
          <a:p>
            <a:r>
              <a:rPr lang="en-IN" dirty="0"/>
              <a:t>  </a:t>
            </a:r>
            <a:r>
              <a:rPr lang="en-IN" dirty="0" err="1"/>
              <a:t>printf</a:t>
            </a:r>
            <a:r>
              <a:rPr lang="en-IN" dirty="0"/>
              <a:t>("Enter %d integers</a:t>
            </a:r>
            <a:r>
              <a:rPr lang="en-IN" b="1" dirty="0"/>
              <a:t>\n</a:t>
            </a:r>
            <a:r>
              <a:rPr lang="en-IN" dirty="0"/>
              <a:t>", n);</a:t>
            </a:r>
          </a:p>
          <a:p>
            <a:r>
              <a:rPr lang="en-IN" dirty="0"/>
              <a:t>  for (c = 0; c &lt; n; </a:t>
            </a:r>
            <a:r>
              <a:rPr lang="en-IN" dirty="0" err="1"/>
              <a:t>c++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    </a:t>
            </a:r>
            <a:r>
              <a:rPr lang="en-IN" dirty="0" err="1"/>
              <a:t>scanf</a:t>
            </a:r>
            <a:r>
              <a:rPr lang="en-IN" dirty="0"/>
              <a:t>("%d", &amp;array[c]);</a:t>
            </a:r>
          </a:p>
          <a:p>
            <a:r>
              <a:rPr lang="en-IN" dirty="0"/>
              <a:t>  </a:t>
            </a:r>
            <a:r>
              <a:rPr lang="en-IN" dirty="0" err="1"/>
              <a:t>printf</a:t>
            </a:r>
            <a:r>
              <a:rPr lang="en-IN" dirty="0"/>
              <a:t>("Enter value to find</a:t>
            </a:r>
            <a:r>
              <a:rPr lang="en-IN" b="1" dirty="0"/>
              <a:t>\n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  </a:t>
            </a:r>
            <a:r>
              <a:rPr lang="en-IN" dirty="0" err="1"/>
              <a:t>scanf</a:t>
            </a:r>
            <a:r>
              <a:rPr lang="en-IN" dirty="0"/>
              <a:t>("%d", &amp;search);</a:t>
            </a:r>
          </a:p>
          <a:p>
            <a:r>
              <a:rPr lang="en-IN" dirty="0"/>
              <a:t>  first = 0;</a:t>
            </a:r>
            <a:br>
              <a:rPr lang="en-IN" dirty="0"/>
            </a:br>
            <a:r>
              <a:rPr lang="en-IN" dirty="0"/>
              <a:t>  last = n - 1;</a:t>
            </a:r>
            <a:br>
              <a:rPr lang="en-IN" dirty="0"/>
            </a:br>
            <a:r>
              <a:rPr lang="en-IN" dirty="0"/>
              <a:t>  middle = (</a:t>
            </a:r>
            <a:r>
              <a:rPr lang="en-IN" dirty="0" err="1"/>
              <a:t>first+last</a:t>
            </a:r>
            <a:r>
              <a:rPr lang="en-IN" dirty="0"/>
              <a:t>)/2;</a:t>
            </a:r>
          </a:p>
        </p:txBody>
      </p:sp>
    </p:spTree>
    <p:extLst>
      <p:ext uri="{BB962C8B-B14F-4D97-AF65-F5344CB8AC3E}">
        <p14:creationId xmlns:p14="http://schemas.microsoft.com/office/powerpoint/2010/main" val="252235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 while (first &lt;= last) </a:t>
            </a:r>
            <a:endParaRPr lang="en-US" dirty="0" smtClean="0"/>
          </a:p>
          <a:p>
            <a:r>
              <a:rPr lang="en-US" dirty="0" smtClean="0"/>
              <a:t>{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  if (array[middle] &lt; search)</a:t>
            </a:r>
            <a:br>
              <a:rPr lang="en-US" dirty="0"/>
            </a:br>
            <a:r>
              <a:rPr lang="en-US" dirty="0"/>
              <a:t>      first = middle + 1;</a:t>
            </a:r>
            <a:br>
              <a:rPr lang="en-US" dirty="0"/>
            </a:br>
            <a:r>
              <a:rPr lang="en-US" dirty="0"/>
              <a:t>    else if (array[middle] == search) {</a:t>
            </a:r>
            <a:br>
              <a:rPr lang="en-US" dirty="0"/>
            </a:br>
            <a:r>
              <a:rPr lang="en-US" dirty="0"/>
              <a:t>      </a:t>
            </a:r>
            <a:r>
              <a:rPr lang="en-US" dirty="0" err="1"/>
              <a:t>printf</a:t>
            </a:r>
            <a:r>
              <a:rPr lang="en-US" dirty="0"/>
              <a:t>("%d found at location %d.</a:t>
            </a:r>
            <a:r>
              <a:rPr lang="en-US" b="1" dirty="0"/>
              <a:t>\n</a:t>
            </a:r>
            <a:r>
              <a:rPr lang="en-US" dirty="0"/>
              <a:t>", search, middle+1);</a:t>
            </a:r>
            <a:br>
              <a:rPr lang="en-US" dirty="0"/>
            </a:br>
            <a:r>
              <a:rPr lang="en-US" dirty="0"/>
              <a:t>      </a:t>
            </a:r>
            <a:r>
              <a:rPr lang="en-US" b="1" dirty="0"/>
              <a:t>break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    </a:t>
            </a:r>
            <a:r>
              <a:rPr lang="en-US" dirty="0" smtClean="0"/>
              <a:t>                                                      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    else</a:t>
            </a:r>
            <a:br>
              <a:rPr lang="en-US" dirty="0"/>
            </a:br>
            <a:r>
              <a:rPr lang="en-US" dirty="0"/>
              <a:t>      last = middle - 1;</a:t>
            </a:r>
          </a:p>
          <a:p>
            <a:r>
              <a:rPr lang="en-US" dirty="0"/>
              <a:t>    middle = (first + last)/2;</a:t>
            </a:r>
            <a:br>
              <a:rPr lang="en-US" dirty="0"/>
            </a:br>
            <a:r>
              <a:rPr lang="en-US" dirty="0"/>
              <a:t>  }</a:t>
            </a:r>
            <a:br>
              <a:rPr lang="en-US" dirty="0"/>
            </a:br>
            <a:r>
              <a:rPr lang="en-US" dirty="0"/>
              <a:t>  if (first &gt; last)</a:t>
            </a:r>
            <a:br>
              <a:rPr lang="en-US" dirty="0"/>
            </a:br>
            <a:r>
              <a:rPr lang="en-US" dirty="0"/>
              <a:t>    </a:t>
            </a:r>
            <a:r>
              <a:rPr lang="en-US" dirty="0" err="1"/>
              <a:t>printf</a:t>
            </a:r>
            <a:r>
              <a:rPr lang="en-US" dirty="0"/>
              <a:t>("Not found! %d isn't present in the list.</a:t>
            </a:r>
            <a:r>
              <a:rPr lang="en-US" b="1" dirty="0"/>
              <a:t>\n</a:t>
            </a:r>
            <a:r>
              <a:rPr lang="en-US" dirty="0"/>
              <a:t>", search);</a:t>
            </a:r>
          </a:p>
          <a:p>
            <a:r>
              <a:rPr lang="en-US" dirty="0"/>
              <a:t>  return 0;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558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BS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5334000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Binary search is implemented using following steps...</a:t>
            </a:r>
          </a:p>
          <a:p>
            <a:endParaRPr lang="en-IN" dirty="0"/>
          </a:p>
          <a:p>
            <a:r>
              <a:rPr lang="en-IN" dirty="0"/>
              <a:t>Step 1 - Read the search element from the user.</a:t>
            </a:r>
          </a:p>
          <a:p>
            <a:r>
              <a:rPr lang="en-IN" dirty="0"/>
              <a:t>Step 2 - Find the middle element in the sorted list.</a:t>
            </a:r>
          </a:p>
          <a:p>
            <a:r>
              <a:rPr lang="en-IN" dirty="0"/>
              <a:t>Step 3 - Compare the search element with the middle element in the sorted list.</a:t>
            </a:r>
          </a:p>
          <a:p>
            <a:r>
              <a:rPr lang="en-IN" b="1" dirty="0"/>
              <a:t>Step 4 - </a:t>
            </a:r>
            <a:r>
              <a:rPr lang="en-IN" dirty="0"/>
              <a:t>If both are matched, then display "Given element is found!!!" and terminate the function.</a:t>
            </a:r>
          </a:p>
          <a:p>
            <a:r>
              <a:rPr lang="en-IN" b="1" dirty="0"/>
              <a:t>Step 5 - </a:t>
            </a:r>
            <a:r>
              <a:rPr lang="en-IN" dirty="0"/>
              <a:t>If both are not matched, then check whether the search element is smaller or larger than the middle element.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435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Step 6 - </a:t>
            </a:r>
            <a:r>
              <a:rPr lang="en-IN" dirty="0"/>
              <a:t>If the search element is smaller than middle element, repeat steps 2, 3, 4 and 5 for the left </a:t>
            </a:r>
            <a:r>
              <a:rPr lang="en-IN" dirty="0" err="1"/>
              <a:t>sublist</a:t>
            </a:r>
            <a:r>
              <a:rPr lang="en-IN" dirty="0"/>
              <a:t> of the middle element.</a:t>
            </a:r>
          </a:p>
          <a:p>
            <a:r>
              <a:rPr lang="en-IN" b="1" dirty="0"/>
              <a:t>Step 7 - </a:t>
            </a:r>
            <a:r>
              <a:rPr lang="en-IN" dirty="0"/>
              <a:t>If the search element is larger than middle element, repeat steps 2, 3, 4 and 5 for the right </a:t>
            </a:r>
            <a:r>
              <a:rPr lang="en-IN" dirty="0" err="1"/>
              <a:t>sublist</a:t>
            </a:r>
            <a:r>
              <a:rPr lang="en-IN" dirty="0"/>
              <a:t> of the middle element.</a:t>
            </a:r>
          </a:p>
          <a:p>
            <a:r>
              <a:rPr lang="en-IN" b="1" dirty="0"/>
              <a:t>Step 8 - </a:t>
            </a:r>
            <a:r>
              <a:rPr lang="en-IN" dirty="0"/>
              <a:t>Repeat the same process until we find the search element in the list or until </a:t>
            </a:r>
            <a:r>
              <a:rPr lang="en-IN" dirty="0" err="1"/>
              <a:t>sublist</a:t>
            </a:r>
            <a:r>
              <a:rPr lang="en-IN" dirty="0"/>
              <a:t> contains only one element.</a:t>
            </a:r>
          </a:p>
          <a:p>
            <a:r>
              <a:rPr lang="en-IN" b="1" dirty="0"/>
              <a:t>Step 9 - If that element also doesn't match with the search element, then display "Element is not found in the list!!!" and terminate the function.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56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76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317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Sorting and Searching </vt:lpstr>
      <vt:lpstr>Linear Search</vt:lpstr>
      <vt:lpstr>Cont…</vt:lpstr>
      <vt:lpstr>LS Algorithm</vt:lpstr>
      <vt:lpstr>PowerPoint Presentation</vt:lpstr>
      <vt:lpstr>Binary Search</vt:lpstr>
      <vt:lpstr>Cont..</vt:lpstr>
      <vt:lpstr>BS Algorithm</vt:lpstr>
      <vt:lpstr>Cont..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and Searching </dc:title>
  <dc:creator>gift</dc:creator>
  <cp:lastModifiedBy>Jyotsna</cp:lastModifiedBy>
  <cp:revision>11</cp:revision>
  <dcterms:created xsi:type="dcterms:W3CDTF">2006-08-16T00:00:00Z</dcterms:created>
  <dcterms:modified xsi:type="dcterms:W3CDTF">2021-08-03T05:35:54Z</dcterms:modified>
</cp:coreProperties>
</file>