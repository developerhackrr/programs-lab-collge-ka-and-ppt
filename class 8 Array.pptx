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1"/>
            <a:ext cx="7772400" cy="1752599"/>
          </a:xfrm>
        </p:spPr>
        <p:txBody>
          <a:bodyPr>
            <a:normAutofit/>
          </a:bodyPr>
          <a:lstStyle/>
          <a:p>
            <a:r>
              <a:rPr lang="en-US" sz="5400" dirty="0" smtClean="0"/>
              <a:t>Array</a:t>
            </a:r>
            <a:endParaRPr lang="en-IN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by:</a:t>
            </a:r>
          </a:p>
          <a:p>
            <a:r>
              <a:rPr lang="en-US" dirty="0" err="1" smtClean="0"/>
              <a:t>Jyotsnarani</a:t>
            </a:r>
            <a:r>
              <a:rPr lang="en-US" dirty="0" smtClean="0"/>
              <a:t> </a:t>
            </a:r>
            <a:r>
              <a:rPr lang="en-US" dirty="0" err="1" smtClean="0"/>
              <a:t>Tripathy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19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An array is a collection of data elements that are of the same type (e.g., a collection of integers, collection of characters, collection of doubles</a:t>
            </a:r>
            <a:r>
              <a:rPr lang="en-IN" dirty="0" smtClean="0"/>
              <a:t>).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An array is a </a:t>
            </a:r>
            <a:r>
              <a:rPr lang="en-US" u="sng" dirty="0">
                <a:cs typeface="Times New Roman" pitchFamily="18" charset="0"/>
              </a:rPr>
              <a:t>collection of elements of the same type that are referenced by a common name</a:t>
            </a:r>
            <a:r>
              <a:rPr lang="en-US" dirty="0">
                <a:cs typeface="Times New Roman" pitchFamily="18" charset="0"/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Compared to the basic data type 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cs typeface="Times New Roman" pitchFamily="18" charset="0"/>
              </a:rPr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float</a:t>
            </a:r>
            <a:r>
              <a:rPr lang="en-US" dirty="0">
                <a:cs typeface="Times New Roman" pitchFamily="18" charset="0"/>
              </a:rPr>
              <a:t> &amp;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dirty="0">
                <a:cs typeface="Times New Roman" pitchFamily="18" charset="0"/>
              </a:rPr>
              <a:t>) it is an </a:t>
            </a:r>
            <a:r>
              <a:rPr lang="en-US" u="sng" dirty="0">
                <a:cs typeface="Times New Roman" pitchFamily="18" charset="0"/>
              </a:rPr>
              <a:t>aggregate</a:t>
            </a:r>
            <a:r>
              <a:rPr lang="en-US" dirty="0">
                <a:cs typeface="Times New Roman" pitchFamily="18" charset="0"/>
              </a:rPr>
              <a:t> or </a:t>
            </a:r>
            <a:r>
              <a:rPr lang="en-US" u="sng" dirty="0">
                <a:cs typeface="Times New Roman" pitchFamily="18" charset="0"/>
              </a:rPr>
              <a:t>derived data type</a:t>
            </a:r>
            <a:r>
              <a:rPr lang="en-US" dirty="0">
                <a:cs typeface="Times New Roman" pitchFamily="18" charset="0"/>
              </a:rPr>
              <a:t>.</a:t>
            </a:r>
            <a:endParaRPr lang="en-US" dirty="0"/>
          </a:p>
          <a:p>
            <a:pPr marL="457200" indent="-457200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All the elements of an array occupy a set of contiguous memory locations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38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 list of test scores, determine the maximum and minimum scores. </a:t>
            </a:r>
          </a:p>
          <a:p>
            <a:r>
              <a:rPr lang="en-IN" dirty="0"/>
              <a:t>Read in a list of student names and rearrange them in alphabetical order (sorting). </a:t>
            </a:r>
          </a:p>
          <a:p>
            <a:r>
              <a:rPr lang="en-IN" dirty="0"/>
              <a:t>Given the height measurements of students in a class, output the names of those students who are taller than average</a:t>
            </a:r>
          </a:p>
        </p:txBody>
      </p:sp>
    </p:spTree>
    <p:extLst>
      <p:ext uri="{BB962C8B-B14F-4D97-AF65-F5344CB8AC3E}">
        <p14:creationId xmlns:p14="http://schemas.microsoft.com/office/powerpoint/2010/main" val="266693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Wingdings" pitchFamily="2" charset="2"/>
              <a:buChar char="§"/>
            </a:pPr>
            <a:r>
              <a:rPr lang="en-US" sz="2800" dirty="0">
                <a:cs typeface="Times New Roman" pitchFamily="18" charset="0"/>
              </a:rPr>
              <a:t>Can you imagine how long we have to write the declaration part by using normal variable declaration?</a:t>
            </a:r>
          </a:p>
          <a:p>
            <a:pPr marL="514350" indent="-514350"/>
            <a:endParaRPr lang="en-US" sz="2800" dirty="0">
              <a:cs typeface="Times New Roman" pitchFamily="18" charset="0"/>
            </a:endParaRPr>
          </a:p>
          <a:p>
            <a:pPr lvl="1"/>
            <a:r>
              <a:rPr lang="en-US" sz="2000" dirty="0" err="1">
                <a:solidFill>
                  <a:srgbClr val="0070C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000">
                <a:solidFill>
                  <a:srgbClr val="0070C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000" smtClean="0">
                <a:solidFill>
                  <a:srgbClr val="0070C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main()</a:t>
            </a:r>
            <a:endParaRPr lang="en-US" sz="2000" dirty="0">
              <a:solidFill>
                <a:srgbClr val="0070C0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lvl="1"/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{</a:t>
            </a:r>
            <a:endParaRPr lang="en-US" sz="2000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 studMark1, studMark2, studMark3, studMark4, …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, …, </a:t>
            </a:r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studMark998, stuMark999, studMark1000;</a:t>
            </a:r>
            <a:endParaRPr lang="en-US" sz="2000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…</a:t>
            </a:r>
            <a:endParaRPr lang="en-US" sz="2000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…</a:t>
            </a:r>
            <a:endParaRPr lang="en-US" sz="2000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return 0;</a:t>
            </a:r>
            <a:endParaRPr lang="en-US" sz="2000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}</a:t>
            </a:r>
            <a:endParaRPr lang="en-US" sz="2000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97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IN" sz="2800" dirty="0"/>
              <a:t>By using an array, we just declare like this</a:t>
            </a:r>
            <a:r>
              <a:rPr lang="en-IN" sz="2800" dirty="0" smtClean="0"/>
              <a:t>,</a:t>
            </a:r>
          </a:p>
          <a:p>
            <a:pPr marL="0" indent="0">
              <a:buNone/>
            </a:pPr>
            <a:r>
              <a:rPr lang="en-IN" sz="2800" dirty="0" err="1" smtClean="0"/>
              <a:t>int</a:t>
            </a:r>
            <a:r>
              <a:rPr lang="en-IN" sz="2800" dirty="0"/>
              <a:t>  </a:t>
            </a:r>
            <a:r>
              <a:rPr lang="en-IN" sz="2800" dirty="0" err="1"/>
              <a:t>studMark</a:t>
            </a:r>
            <a:r>
              <a:rPr lang="en-IN" sz="2800" dirty="0"/>
              <a:t>[1000];</a:t>
            </a:r>
          </a:p>
          <a:p>
            <a:pPr marL="0" indent="0">
              <a:buNone/>
            </a:pPr>
            <a:r>
              <a:rPr lang="en-IN" sz="2800" dirty="0" smtClean="0"/>
              <a:t>This </a:t>
            </a:r>
            <a:r>
              <a:rPr lang="en-IN" sz="2800" dirty="0"/>
              <a:t>will reserve 1000 contiguous memory locations for storing the students’ marks.</a:t>
            </a:r>
          </a:p>
          <a:p>
            <a:pPr marL="0" indent="0">
              <a:buNone/>
            </a:pPr>
            <a:r>
              <a:rPr lang="en-IN" sz="2800" dirty="0"/>
              <a:t>Graphically, this can be depicted as in the following figure.</a:t>
            </a:r>
          </a:p>
          <a:p>
            <a:endParaRPr lang="en-IN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290" y="3657600"/>
            <a:ext cx="5042980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473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Ar</a:t>
            </a:r>
            <a:r>
              <a:rPr lang="en-IN" dirty="0"/>
              <a:t>[10]; </a:t>
            </a:r>
            <a:endParaRPr lang="en-IN" dirty="0" smtClean="0"/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62200"/>
            <a:ext cx="8458200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637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Declaring arrays - specify:</a:t>
            </a:r>
          </a:p>
          <a:p>
            <a:r>
              <a:rPr lang="en-IN" dirty="0"/>
              <a:t>Name</a:t>
            </a:r>
          </a:p>
          <a:p>
            <a:r>
              <a:rPr lang="en-IN" dirty="0"/>
              <a:t>Type of array</a:t>
            </a:r>
          </a:p>
          <a:p>
            <a:r>
              <a:rPr lang="en-IN" dirty="0"/>
              <a:t>Number of elements</a:t>
            </a:r>
          </a:p>
          <a:p>
            <a:r>
              <a:rPr lang="en-IN" dirty="0"/>
              <a:t>Examples</a:t>
            </a:r>
          </a:p>
          <a:p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c[ 10 ];  </a:t>
            </a:r>
          </a:p>
          <a:p>
            <a:r>
              <a:rPr lang="en-IN" dirty="0"/>
              <a:t>float hi[ 3284 ];</a:t>
            </a:r>
          </a:p>
          <a:p>
            <a:r>
              <a:rPr lang="en-IN" dirty="0"/>
              <a:t>Declaring multiple arrays of same type</a:t>
            </a:r>
          </a:p>
          <a:p>
            <a:r>
              <a:rPr lang="en-IN" dirty="0"/>
              <a:t>Similar format as other variables</a:t>
            </a:r>
          </a:p>
          <a:p>
            <a:r>
              <a:rPr lang="en-IN" dirty="0"/>
              <a:t>Example</a:t>
            </a:r>
          </a:p>
          <a:p>
            <a:r>
              <a:rPr lang="en-IN" dirty="0" err="1"/>
              <a:t>int</a:t>
            </a:r>
            <a:r>
              <a:rPr lang="en-IN" dirty="0"/>
              <a:t> b[ 100 ], x[ 27 ];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85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Examples Using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Initializers</a:t>
            </a:r>
          </a:p>
          <a:p>
            <a:pPr lvl="3">
              <a:buFontTx/>
              <a:buNone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n[ 5 ] = { 1, 2, 3, 4, 5 }; </a:t>
            </a:r>
          </a:p>
          <a:p>
            <a:pPr lvl="1"/>
            <a:r>
              <a:rPr lang="en-US" sz="2400" dirty="0"/>
              <a:t>If not enough initializers, rightmost elements become 0</a:t>
            </a:r>
          </a:p>
          <a:p>
            <a:pPr lvl="1"/>
            <a:r>
              <a:rPr lang="en-US" sz="2400" dirty="0"/>
              <a:t>If too many initializers, a syntax error is generated</a:t>
            </a:r>
          </a:p>
          <a:p>
            <a:pPr lvl="3">
              <a:buFontTx/>
              <a:buNone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n[ 5 ] = { 0 }   </a:t>
            </a:r>
          </a:p>
          <a:p>
            <a:pPr lvl="1"/>
            <a:r>
              <a:rPr lang="en-US" sz="2400" dirty="0"/>
              <a:t>Sets all the elements to </a:t>
            </a:r>
            <a:r>
              <a:rPr lang="en-US" sz="2400" b="1" dirty="0">
                <a:latin typeface="Courier New" pitchFamily="49" charset="0"/>
              </a:rPr>
              <a:t>0</a:t>
            </a:r>
            <a:endParaRPr lang="en-US" sz="2400" dirty="0"/>
          </a:p>
          <a:p>
            <a:r>
              <a:rPr lang="en-US" sz="2800" dirty="0"/>
              <a:t>If size omitted, the initializers determine it</a:t>
            </a:r>
          </a:p>
          <a:p>
            <a:pPr lvl="3">
              <a:buFontTx/>
              <a:buNone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n[] = { 1, 2, 3, 4, 5 }; </a:t>
            </a:r>
          </a:p>
          <a:p>
            <a:pPr lvl="1"/>
            <a:r>
              <a:rPr lang="en-US" sz="2400" dirty="0"/>
              <a:t>5 initializers, therefore </a:t>
            </a:r>
            <a:r>
              <a:rPr lang="en-US" sz="2400" b="1" dirty="0">
                <a:latin typeface="Courier New" pitchFamily="49" charset="0"/>
              </a:rPr>
              <a:t>n</a:t>
            </a:r>
            <a:r>
              <a:rPr lang="en-US" sz="2400" dirty="0"/>
              <a:t> is a 5 element array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35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1: Array </a:t>
            </a:r>
            <a:r>
              <a:rPr lang="en-IN" dirty="0" err="1"/>
              <a:t>Input/Output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// Program to take 5 values from the user and store them in an array</a:t>
            </a:r>
          </a:p>
          <a:p>
            <a:r>
              <a:rPr lang="en-IN" dirty="0"/>
              <a:t>// Print the elements stored in the array</a:t>
            </a:r>
          </a:p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 err="1"/>
              <a:t>int</a:t>
            </a:r>
            <a:r>
              <a:rPr lang="en-IN" dirty="0"/>
              <a:t> main() {</a:t>
            </a:r>
          </a:p>
          <a:p>
            <a:r>
              <a:rPr lang="en-IN" dirty="0"/>
              <a:t>  </a:t>
            </a:r>
            <a:r>
              <a:rPr lang="en-IN" dirty="0" err="1"/>
              <a:t>int</a:t>
            </a:r>
            <a:r>
              <a:rPr lang="en-IN" dirty="0"/>
              <a:t> values[5];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printf</a:t>
            </a:r>
            <a:r>
              <a:rPr lang="en-IN" dirty="0"/>
              <a:t>("Enter 5 integers: ");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25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 // taking input and storing it in an array</a:t>
            </a:r>
          </a:p>
          <a:p>
            <a:r>
              <a:rPr lang="en-IN" dirty="0"/>
              <a:t>  for(</a:t>
            </a:r>
            <a:r>
              <a:rPr lang="en-IN" dirty="0" err="1"/>
              <a:t>int</a:t>
            </a:r>
            <a:r>
              <a:rPr lang="en-IN" dirty="0"/>
              <a:t> i = 0; i &lt; 5; ++i) {</a:t>
            </a:r>
          </a:p>
          <a:p>
            <a:r>
              <a:rPr lang="en-IN" dirty="0"/>
              <a:t>     </a:t>
            </a:r>
            <a:r>
              <a:rPr lang="en-IN" dirty="0" err="1"/>
              <a:t>scanf</a:t>
            </a:r>
            <a:r>
              <a:rPr lang="en-IN" dirty="0"/>
              <a:t>("%d", &amp;values[i]);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printf</a:t>
            </a:r>
            <a:r>
              <a:rPr lang="en-IN" dirty="0"/>
              <a:t>("Displaying integers: ");</a:t>
            </a:r>
          </a:p>
          <a:p>
            <a:endParaRPr lang="en-IN" dirty="0"/>
          </a:p>
          <a:p>
            <a:r>
              <a:rPr lang="en-IN" dirty="0"/>
              <a:t>  // printing elements of an array</a:t>
            </a:r>
          </a:p>
          <a:p>
            <a:r>
              <a:rPr lang="en-IN" dirty="0"/>
              <a:t>  for(</a:t>
            </a:r>
            <a:r>
              <a:rPr lang="en-IN" dirty="0" err="1"/>
              <a:t>int</a:t>
            </a:r>
            <a:r>
              <a:rPr lang="en-IN" dirty="0"/>
              <a:t> i = 0; i &lt; 5; ++i) {</a:t>
            </a:r>
          </a:p>
          <a:p>
            <a:r>
              <a:rPr lang="en-IN" dirty="0"/>
              <a:t>     </a:t>
            </a:r>
            <a:r>
              <a:rPr lang="en-IN" dirty="0" err="1"/>
              <a:t>printf</a:t>
            </a:r>
            <a:r>
              <a:rPr lang="en-IN" dirty="0"/>
              <a:t>("%d\n", values[i]);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327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2: Calculate Average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// Program to find the average of n numbers using arrays</a:t>
            </a:r>
          </a:p>
          <a:p>
            <a:endParaRPr lang="en-IN" dirty="0"/>
          </a:p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</a:t>
            </a:r>
            <a:r>
              <a:rPr lang="en-IN" dirty="0" err="1"/>
              <a:t>int</a:t>
            </a:r>
            <a:r>
              <a:rPr lang="en-IN" dirty="0"/>
              <a:t> marks[10], i, n, sum = 0, average;</a:t>
            </a:r>
          </a:p>
          <a:p>
            <a:endParaRPr lang="en-IN" dirty="0"/>
          </a:p>
          <a:p>
            <a:r>
              <a:rPr lang="en-IN" dirty="0"/>
              <a:t>     </a:t>
            </a:r>
            <a:r>
              <a:rPr lang="en-IN" dirty="0" err="1"/>
              <a:t>printf</a:t>
            </a:r>
            <a:r>
              <a:rPr lang="en-IN" dirty="0"/>
              <a:t>("Enter number of elements: ");</a:t>
            </a:r>
          </a:p>
          <a:p>
            <a:r>
              <a:rPr lang="en-IN" dirty="0"/>
              <a:t>     </a:t>
            </a:r>
            <a:r>
              <a:rPr lang="en-IN" dirty="0" err="1"/>
              <a:t>scanf</a:t>
            </a:r>
            <a:r>
              <a:rPr lang="en-IN" dirty="0"/>
              <a:t>("%d", &amp;n);</a:t>
            </a:r>
          </a:p>
          <a:p>
            <a:endParaRPr lang="en-IN" dirty="0"/>
          </a:p>
          <a:p>
            <a:r>
              <a:rPr lang="en-IN" dirty="0"/>
              <a:t>     for(i=0; i&lt;n; ++i)</a:t>
            </a:r>
          </a:p>
          <a:p>
            <a:r>
              <a:rPr lang="en-IN" dirty="0"/>
              <a:t>     {</a:t>
            </a:r>
          </a:p>
          <a:p>
            <a:r>
              <a:rPr lang="en-IN" dirty="0"/>
              <a:t>          </a:t>
            </a:r>
            <a:r>
              <a:rPr lang="en-IN" dirty="0" err="1"/>
              <a:t>printf</a:t>
            </a:r>
            <a:r>
              <a:rPr lang="en-IN" dirty="0"/>
              <a:t>("Enter </a:t>
            </a:r>
            <a:r>
              <a:rPr lang="en-IN" dirty="0" err="1"/>
              <a:t>number%d</a:t>
            </a:r>
            <a:r>
              <a:rPr lang="en-IN" dirty="0"/>
              <a:t>: ",i+1);</a:t>
            </a:r>
          </a:p>
        </p:txBody>
      </p:sp>
    </p:spTree>
    <p:extLst>
      <p:ext uri="{BB962C8B-B14F-4D97-AF65-F5344CB8AC3E}">
        <p14:creationId xmlns:p14="http://schemas.microsoft.com/office/powerpoint/2010/main" val="337512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7500" lnSpcReduction="20000"/>
          </a:bodyPr>
          <a:lstStyle/>
          <a:p>
            <a:r>
              <a:rPr lang="en-IN" dirty="0" err="1"/>
              <a:t>scanf</a:t>
            </a:r>
            <a:r>
              <a:rPr lang="en-IN" dirty="0"/>
              <a:t>("%d", &amp;marks[i]);</a:t>
            </a:r>
          </a:p>
          <a:p>
            <a:r>
              <a:rPr lang="en-IN" dirty="0"/>
              <a:t>          </a:t>
            </a:r>
          </a:p>
          <a:p>
            <a:r>
              <a:rPr lang="en-IN" dirty="0"/>
              <a:t>          // adding integers entered by the user to the sum variable</a:t>
            </a:r>
          </a:p>
          <a:p>
            <a:r>
              <a:rPr lang="en-IN" dirty="0"/>
              <a:t>          sum += marks[i];</a:t>
            </a:r>
          </a:p>
          <a:p>
            <a:r>
              <a:rPr lang="en-IN" dirty="0"/>
              <a:t>     }</a:t>
            </a:r>
          </a:p>
          <a:p>
            <a:endParaRPr lang="en-IN" dirty="0"/>
          </a:p>
          <a:p>
            <a:r>
              <a:rPr lang="en-IN" dirty="0"/>
              <a:t>     average = sum/n;</a:t>
            </a:r>
          </a:p>
          <a:p>
            <a:r>
              <a:rPr lang="en-IN" dirty="0"/>
              <a:t>     </a:t>
            </a:r>
            <a:r>
              <a:rPr lang="en-IN" dirty="0" err="1"/>
              <a:t>printf</a:t>
            </a:r>
            <a:r>
              <a:rPr lang="en-IN" dirty="0"/>
              <a:t>("Average = %d", average);</a:t>
            </a:r>
          </a:p>
          <a:p>
            <a:endParaRPr lang="en-IN" dirty="0"/>
          </a:p>
          <a:p>
            <a:r>
              <a:rPr lang="en-IN" dirty="0"/>
              <a:t>   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672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 C programming, you can create an array of arrays. These arrays are known as multidimensional arrays. For example,</a:t>
            </a:r>
          </a:p>
          <a:p>
            <a:endParaRPr lang="en-IN" dirty="0"/>
          </a:p>
          <a:p>
            <a:r>
              <a:rPr lang="en-IN" dirty="0"/>
              <a:t>float x[3][4];</a:t>
            </a:r>
          </a:p>
          <a:p>
            <a:r>
              <a:rPr lang="en-IN" dirty="0"/>
              <a:t>Here, x is a two-dimensional (2d) array. The array can hold 12 elements. You can think the array as a table with 3 rows and each row has 4 columns.</a:t>
            </a:r>
          </a:p>
        </p:txBody>
      </p:sp>
    </p:spTree>
    <p:extLst>
      <p:ext uri="{BB962C8B-B14F-4D97-AF65-F5344CB8AC3E}">
        <p14:creationId xmlns:p14="http://schemas.microsoft.com/office/powerpoint/2010/main" val="97571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05001"/>
            <a:ext cx="7010399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262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Similarly, you can declare a three-dimensional (3d) array. For example,</a:t>
            </a:r>
          </a:p>
          <a:p>
            <a:endParaRPr lang="en-IN" dirty="0"/>
          </a:p>
          <a:p>
            <a:r>
              <a:rPr lang="en-IN" dirty="0"/>
              <a:t>float y[2][4][3];</a:t>
            </a:r>
          </a:p>
          <a:p>
            <a:r>
              <a:rPr lang="en-IN" dirty="0"/>
              <a:t>Here, the array y can hold 24 elements.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45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Initialization of a 2d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// Different ways to initialize two-dimensional array</a:t>
            </a:r>
          </a:p>
          <a:p>
            <a:endParaRPr lang="en-IN" dirty="0"/>
          </a:p>
          <a:p>
            <a:r>
              <a:rPr lang="en-IN" dirty="0" err="1"/>
              <a:t>int</a:t>
            </a:r>
            <a:r>
              <a:rPr lang="en-IN" dirty="0"/>
              <a:t> c[2][3] = {{1, 3, 0}, {-1, 5, 9}};</a:t>
            </a:r>
          </a:p>
          <a:p>
            <a:r>
              <a:rPr lang="en-IN" dirty="0"/>
              <a:t>         </a:t>
            </a:r>
          </a:p>
          <a:p>
            <a:r>
              <a:rPr lang="en-IN" dirty="0" err="1"/>
              <a:t>int</a:t>
            </a:r>
            <a:r>
              <a:rPr lang="en-IN" dirty="0"/>
              <a:t> c[][3] = {{1, 3, 0}, {-1, 5, 9}};</a:t>
            </a:r>
          </a:p>
          <a:p>
            <a:r>
              <a:rPr lang="en-IN" dirty="0"/>
              <a:t>                </a:t>
            </a:r>
          </a:p>
          <a:p>
            <a:r>
              <a:rPr lang="en-IN" dirty="0" err="1"/>
              <a:t>int</a:t>
            </a:r>
            <a:r>
              <a:rPr lang="en-IN" dirty="0"/>
              <a:t> c[2][3] = {1, 3, 0, -1, 5, 9};</a:t>
            </a:r>
          </a:p>
        </p:txBody>
      </p:sp>
    </p:spTree>
    <p:extLst>
      <p:ext uri="{BB962C8B-B14F-4D97-AF65-F5344CB8AC3E}">
        <p14:creationId xmlns:p14="http://schemas.microsoft.com/office/powerpoint/2010/main" val="333971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can initialize a three-dimensional array in a similar way like a two-dimensional array. Here's an example,</a:t>
            </a:r>
          </a:p>
          <a:p>
            <a:endParaRPr lang="en-IN" dirty="0"/>
          </a:p>
          <a:p>
            <a:r>
              <a:rPr lang="en-IN" dirty="0" err="1"/>
              <a:t>int</a:t>
            </a:r>
            <a:r>
              <a:rPr lang="en-IN" dirty="0"/>
              <a:t> test[2][3][4] = {</a:t>
            </a:r>
          </a:p>
          <a:p>
            <a:r>
              <a:rPr lang="en-IN" dirty="0"/>
              <a:t>    {{3, 4, 2, 3}, {0, -3, 9, 11}, {23, 12, 23, 2}},</a:t>
            </a:r>
          </a:p>
          <a:p>
            <a:r>
              <a:rPr lang="en-IN" dirty="0"/>
              <a:t>    {{13, 4, 56, 3}, {5, 9, 3, 5}, {3, 1, 4, 9}}};</a:t>
            </a:r>
          </a:p>
        </p:txBody>
      </p:sp>
    </p:spTree>
    <p:extLst>
      <p:ext uri="{BB962C8B-B14F-4D97-AF65-F5344CB8AC3E}">
        <p14:creationId xmlns:p14="http://schemas.microsoft.com/office/powerpoint/2010/main" val="6678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 of two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// C program to find the sum of two matrices of order 2*2</a:t>
            </a:r>
          </a:p>
          <a:p>
            <a:endParaRPr lang="en-IN" dirty="0"/>
          </a:p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float a[2][2], b[2][2], result[2][2];</a:t>
            </a:r>
          </a:p>
          <a:p>
            <a:endParaRPr lang="en-IN" dirty="0"/>
          </a:p>
          <a:p>
            <a:r>
              <a:rPr lang="en-IN" dirty="0"/>
              <a:t>  // Taking input using nested for loop</a:t>
            </a:r>
          </a:p>
          <a:p>
            <a:r>
              <a:rPr lang="en-IN" dirty="0"/>
              <a:t>  </a:t>
            </a:r>
            <a:r>
              <a:rPr lang="en-IN" dirty="0" err="1"/>
              <a:t>printf</a:t>
            </a:r>
            <a:r>
              <a:rPr lang="en-IN" dirty="0"/>
              <a:t>("Enter elements of 1st matrix\n");</a:t>
            </a:r>
          </a:p>
          <a:p>
            <a:r>
              <a:rPr lang="en-IN" dirty="0"/>
              <a:t>  for (</a:t>
            </a:r>
            <a:r>
              <a:rPr lang="en-IN" dirty="0" err="1"/>
              <a:t>int</a:t>
            </a:r>
            <a:r>
              <a:rPr lang="en-IN" dirty="0"/>
              <a:t> i = 0; i &lt; 2; ++i)</a:t>
            </a:r>
          </a:p>
          <a:p>
            <a:r>
              <a:rPr lang="en-IN" dirty="0"/>
              <a:t>    for (</a:t>
            </a:r>
            <a:r>
              <a:rPr lang="en-IN" dirty="0" err="1"/>
              <a:t>int</a:t>
            </a:r>
            <a:r>
              <a:rPr lang="en-IN" dirty="0"/>
              <a:t> j = 0; j &lt; 2; ++j)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("Enter </a:t>
            </a:r>
            <a:r>
              <a:rPr lang="en-IN" dirty="0" err="1"/>
              <a:t>a%d%d</a:t>
            </a:r>
            <a:r>
              <a:rPr lang="en-IN" dirty="0"/>
              <a:t>: ", i + 1, j + 1);</a:t>
            </a:r>
          </a:p>
          <a:p>
            <a:r>
              <a:rPr lang="en-IN" dirty="0"/>
              <a:t>      </a:t>
            </a:r>
            <a:r>
              <a:rPr lang="en-IN" dirty="0" err="1"/>
              <a:t>scanf</a:t>
            </a:r>
            <a:r>
              <a:rPr lang="en-IN" dirty="0"/>
              <a:t>("%f", &amp;a[i][j]);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775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  // Taking input using nested for loop</a:t>
            </a:r>
          </a:p>
          <a:p>
            <a:r>
              <a:rPr lang="en-IN" dirty="0"/>
              <a:t>  </a:t>
            </a:r>
            <a:r>
              <a:rPr lang="en-IN" dirty="0" err="1"/>
              <a:t>printf</a:t>
            </a:r>
            <a:r>
              <a:rPr lang="en-IN" dirty="0"/>
              <a:t>("Enter elements of 2nd matrix\n");</a:t>
            </a:r>
          </a:p>
          <a:p>
            <a:r>
              <a:rPr lang="en-IN" dirty="0"/>
              <a:t>  for (</a:t>
            </a:r>
            <a:r>
              <a:rPr lang="en-IN" dirty="0" err="1"/>
              <a:t>int</a:t>
            </a:r>
            <a:r>
              <a:rPr lang="en-IN" dirty="0"/>
              <a:t> i = 0; i &lt; 2; ++i)</a:t>
            </a:r>
            <a:r>
              <a:rPr lang="en-IN" dirty="0" smtClean="0"/>
              <a:t>for 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j = 0; j &lt; 2; ++j)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("Enter </a:t>
            </a:r>
            <a:r>
              <a:rPr lang="en-IN" dirty="0" err="1"/>
              <a:t>b%d%d</a:t>
            </a:r>
            <a:r>
              <a:rPr lang="en-IN" dirty="0"/>
              <a:t>: ", i + 1, j + 1);</a:t>
            </a:r>
          </a:p>
          <a:p>
            <a:r>
              <a:rPr lang="en-IN" dirty="0"/>
              <a:t>      </a:t>
            </a:r>
            <a:r>
              <a:rPr lang="en-IN" dirty="0" err="1"/>
              <a:t>scanf</a:t>
            </a:r>
            <a:r>
              <a:rPr lang="en-IN" dirty="0"/>
              <a:t>("%f", &amp;b[i][j]);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// adding corresponding elements of two arrays</a:t>
            </a:r>
          </a:p>
          <a:p>
            <a:r>
              <a:rPr lang="en-IN" dirty="0"/>
              <a:t>  for (</a:t>
            </a:r>
            <a:r>
              <a:rPr lang="en-IN" dirty="0" err="1"/>
              <a:t>int</a:t>
            </a:r>
            <a:r>
              <a:rPr lang="en-IN" dirty="0"/>
              <a:t> i = 0; i &lt; 2; ++i)</a:t>
            </a:r>
          </a:p>
          <a:p>
            <a:r>
              <a:rPr lang="en-IN" dirty="0"/>
              <a:t>    for (</a:t>
            </a:r>
            <a:r>
              <a:rPr lang="en-IN" dirty="0" err="1"/>
              <a:t>int</a:t>
            </a:r>
            <a:r>
              <a:rPr lang="en-IN" dirty="0"/>
              <a:t> j = 0; j &lt; 2; ++j)</a:t>
            </a:r>
          </a:p>
          <a:p>
            <a:r>
              <a:rPr lang="en-IN" dirty="0"/>
              <a:t>    </a:t>
            </a:r>
            <a:r>
              <a:rPr lang="en-IN" dirty="0" smtClean="0"/>
              <a:t>{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81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55000" lnSpcReduction="20000"/>
          </a:bodyPr>
          <a:lstStyle/>
          <a:p>
            <a:endParaRPr lang="en-IN" dirty="0" smtClean="0"/>
          </a:p>
          <a:p>
            <a:r>
              <a:rPr lang="en-IN" dirty="0" smtClean="0"/>
              <a:t> </a:t>
            </a:r>
            <a:r>
              <a:rPr lang="en-IN" dirty="0"/>
              <a:t>result[i][j] = a[i][j] + b[i][j];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// Displaying the sum</a:t>
            </a:r>
          </a:p>
          <a:p>
            <a:r>
              <a:rPr lang="en-IN" dirty="0"/>
              <a:t>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nSum</a:t>
            </a:r>
            <a:r>
              <a:rPr lang="en-IN" dirty="0"/>
              <a:t> Of Matrix:");</a:t>
            </a:r>
          </a:p>
          <a:p>
            <a:endParaRPr lang="en-IN" dirty="0"/>
          </a:p>
          <a:p>
            <a:r>
              <a:rPr lang="en-IN" dirty="0"/>
              <a:t>  for (</a:t>
            </a:r>
            <a:r>
              <a:rPr lang="en-IN" dirty="0" err="1"/>
              <a:t>int</a:t>
            </a:r>
            <a:r>
              <a:rPr lang="en-IN" dirty="0"/>
              <a:t> i = 0; i &lt; 2; ++i)</a:t>
            </a:r>
          </a:p>
          <a:p>
            <a:r>
              <a:rPr lang="en-IN" dirty="0"/>
              <a:t>    for (</a:t>
            </a:r>
            <a:r>
              <a:rPr lang="en-IN" dirty="0" err="1"/>
              <a:t>int</a:t>
            </a:r>
            <a:r>
              <a:rPr lang="en-IN" dirty="0"/>
              <a:t> j = 0; j &lt; 2; ++j)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("%.1f\t", result[i][j]);</a:t>
            </a:r>
          </a:p>
          <a:p>
            <a:endParaRPr lang="en-IN" dirty="0"/>
          </a:p>
          <a:p>
            <a:r>
              <a:rPr lang="en-IN" dirty="0"/>
              <a:t>      if (j == 1)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("\n");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575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multiplication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r>
              <a:rPr lang="en-IN" dirty="0" err="1"/>
              <a:t>int</a:t>
            </a:r>
            <a:r>
              <a:rPr lang="en-IN" dirty="0"/>
              <a:t> main()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int</a:t>
            </a:r>
            <a:r>
              <a:rPr lang="en-IN" dirty="0"/>
              <a:t> m, n, p, q, c, d, k, sum = 0;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int</a:t>
            </a:r>
            <a:r>
              <a:rPr lang="en-IN" dirty="0"/>
              <a:t> first[10][10], second[10][10], multiply[10][10];</a:t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printf</a:t>
            </a:r>
            <a:r>
              <a:rPr lang="en-IN" dirty="0"/>
              <a:t>("Enter number of rows and columns of first matrix</a:t>
            </a:r>
            <a:r>
              <a:rPr lang="en-IN" b="1" dirty="0"/>
              <a:t>\n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scanf</a:t>
            </a:r>
            <a:r>
              <a:rPr lang="en-IN" dirty="0"/>
              <a:t>("%</a:t>
            </a:r>
            <a:r>
              <a:rPr lang="en-IN" dirty="0" err="1"/>
              <a:t>d%d</a:t>
            </a:r>
            <a:r>
              <a:rPr lang="en-IN" dirty="0"/>
              <a:t>", &amp;m, &amp;n);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printf</a:t>
            </a:r>
            <a:r>
              <a:rPr lang="en-IN" dirty="0"/>
              <a:t>("Enter elements of first matrix</a:t>
            </a:r>
            <a:r>
              <a:rPr lang="en-IN" b="1" dirty="0"/>
              <a:t>\n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9773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for (c = 0; c &lt; m; </a:t>
            </a:r>
            <a:r>
              <a:rPr lang="en-IN" dirty="0" err="1"/>
              <a:t>c++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    for (d = 0; d &lt; n; d++)</a:t>
            </a:r>
            <a:br>
              <a:rPr lang="en-IN" dirty="0"/>
            </a:br>
            <a:r>
              <a:rPr lang="en-IN" dirty="0"/>
              <a:t>      </a:t>
            </a:r>
            <a:r>
              <a:rPr lang="en-IN" dirty="0" err="1"/>
              <a:t>scanf</a:t>
            </a:r>
            <a:r>
              <a:rPr lang="en-IN" dirty="0"/>
              <a:t>("%d", &amp;first[c][d]);</a:t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printf</a:t>
            </a:r>
            <a:r>
              <a:rPr lang="en-IN" dirty="0"/>
              <a:t>("Enter number of rows and columns of second matrix</a:t>
            </a:r>
            <a:r>
              <a:rPr lang="en-IN" b="1" dirty="0"/>
              <a:t>\n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scanf</a:t>
            </a:r>
            <a:r>
              <a:rPr lang="en-IN" dirty="0"/>
              <a:t>("%</a:t>
            </a:r>
            <a:r>
              <a:rPr lang="en-IN" dirty="0" err="1"/>
              <a:t>d%d</a:t>
            </a:r>
            <a:r>
              <a:rPr lang="en-IN" dirty="0"/>
              <a:t>", &amp;p, &amp;q);</a:t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r>
              <a:rPr lang="en-IN" dirty="0"/>
              <a:t>  if (n != p)</a:t>
            </a:r>
            <a:br>
              <a:rPr lang="en-IN" dirty="0"/>
            </a:br>
            <a:r>
              <a:rPr lang="en-IN" dirty="0"/>
              <a:t>    </a:t>
            </a:r>
            <a:r>
              <a:rPr lang="en-IN" dirty="0" err="1"/>
              <a:t>printf</a:t>
            </a:r>
            <a:r>
              <a:rPr lang="en-IN" dirty="0"/>
              <a:t>("The multiplication isn't possible.</a:t>
            </a:r>
            <a:r>
              <a:rPr lang="en-IN" b="1" dirty="0"/>
              <a:t>\n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  else</a:t>
            </a:r>
            <a:br>
              <a:rPr lang="en-IN" dirty="0"/>
            </a:br>
            <a:r>
              <a:rPr lang="en-IN" dirty="0"/>
              <a:t>  {</a:t>
            </a:r>
            <a:br>
              <a:rPr lang="en-IN" dirty="0"/>
            </a:br>
            <a:r>
              <a:rPr lang="en-IN" dirty="0"/>
              <a:t>    </a:t>
            </a:r>
            <a:r>
              <a:rPr lang="en-IN" dirty="0" err="1"/>
              <a:t>printf</a:t>
            </a:r>
            <a:r>
              <a:rPr lang="en-IN" dirty="0"/>
              <a:t>("Enter elements of second matrix</a:t>
            </a:r>
            <a:r>
              <a:rPr lang="en-IN" b="1" dirty="0"/>
              <a:t>\n</a:t>
            </a:r>
            <a:r>
              <a:rPr lang="en-IN" dirty="0"/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117444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for (c = 0; c &lt; p; </a:t>
            </a:r>
            <a:r>
              <a:rPr lang="en-IN" dirty="0" err="1"/>
              <a:t>c++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      for (d = 0; d &lt; q; d++)</a:t>
            </a:r>
            <a:br>
              <a:rPr lang="en-IN" dirty="0"/>
            </a:br>
            <a:r>
              <a:rPr lang="en-IN" dirty="0"/>
              <a:t>        </a:t>
            </a:r>
            <a:r>
              <a:rPr lang="en-IN" dirty="0" err="1"/>
              <a:t>scanf</a:t>
            </a:r>
            <a:r>
              <a:rPr lang="en-IN" dirty="0"/>
              <a:t>("%d", &amp;second[c][d]);</a:t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r>
              <a:rPr lang="en-IN" dirty="0"/>
              <a:t>    for (c = 0; c &lt; m; </a:t>
            </a:r>
            <a:r>
              <a:rPr lang="en-IN" dirty="0" err="1"/>
              <a:t>c++</a:t>
            </a:r>
            <a:r>
              <a:rPr lang="en-IN" dirty="0"/>
              <a:t>) </a:t>
            </a:r>
            <a:endParaRPr lang="en-IN" dirty="0" smtClean="0"/>
          </a:p>
          <a:p>
            <a:r>
              <a:rPr lang="en-IN" dirty="0" smtClean="0"/>
              <a:t>{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  for (d = 0; d &lt; q; d++) </a:t>
            </a:r>
            <a:endParaRPr lang="en-IN" dirty="0" smtClean="0"/>
          </a:p>
          <a:p>
            <a:r>
              <a:rPr lang="en-IN" dirty="0" smtClean="0"/>
              <a:t>         {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    for (k = 0; k &lt; p; k++) </a:t>
            </a:r>
            <a:endParaRPr lang="en-IN" dirty="0" smtClean="0"/>
          </a:p>
          <a:p>
            <a:r>
              <a:rPr lang="en-IN" dirty="0" smtClean="0"/>
              <a:t>                  {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      </a:t>
            </a:r>
            <a:r>
              <a:rPr lang="en-IN" dirty="0" smtClean="0"/>
              <a:t>         sum</a:t>
            </a:r>
            <a:r>
              <a:rPr lang="en-IN" dirty="0"/>
              <a:t> = sum + first[c][k]*second[k][d];</a:t>
            </a:r>
            <a:br>
              <a:rPr lang="en-IN" dirty="0"/>
            </a:br>
            <a:r>
              <a:rPr lang="en-IN" dirty="0"/>
              <a:t>        </a:t>
            </a:r>
            <a:r>
              <a:rPr lang="en-IN" dirty="0" smtClean="0"/>
              <a:t>            }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r>
              <a:rPr lang="en-IN" dirty="0"/>
              <a:t>        </a:t>
            </a:r>
            <a:r>
              <a:rPr lang="en-IN" dirty="0" smtClean="0"/>
              <a:t>    multiply[c</a:t>
            </a:r>
            <a:r>
              <a:rPr lang="en-IN" dirty="0"/>
              <a:t>][d] = sum;</a:t>
            </a:r>
            <a:br>
              <a:rPr lang="en-IN" dirty="0"/>
            </a:br>
            <a:r>
              <a:rPr lang="en-IN" dirty="0"/>
              <a:t>        </a:t>
            </a:r>
            <a:r>
              <a:rPr lang="en-IN" dirty="0" smtClean="0"/>
              <a:t>    sum</a:t>
            </a:r>
            <a:r>
              <a:rPr lang="en-IN" dirty="0"/>
              <a:t> = 0;</a:t>
            </a:r>
            <a:br>
              <a:rPr lang="en-IN" dirty="0"/>
            </a:br>
            <a:r>
              <a:rPr lang="en-IN" dirty="0"/>
              <a:t>      </a:t>
            </a:r>
            <a:r>
              <a:rPr lang="en-IN" dirty="0" smtClean="0"/>
              <a:t>      }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    }</a:t>
            </a:r>
          </a:p>
        </p:txBody>
      </p:sp>
    </p:spTree>
    <p:extLst>
      <p:ext uri="{BB962C8B-B14F-4D97-AF65-F5344CB8AC3E}">
        <p14:creationId xmlns:p14="http://schemas.microsoft.com/office/powerpoint/2010/main" val="422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printf</a:t>
            </a:r>
            <a:r>
              <a:rPr lang="en-IN" dirty="0"/>
              <a:t>("Product of the matrices:</a:t>
            </a:r>
            <a:r>
              <a:rPr lang="en-IN" b="1" dirty="0"/>
              <a:t>\n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r>
              <a:rPr lang="en-IN" dirty="0"/>
              <a:t>    for (c = 0; c &lt; m; </a:t>
            </a:r>
            <a:r>
              <a:rPr lang="en-IN" dirty="0" err="1"/>
              <a:t>c++</a:t>
            </a:r>
            <a:r>
              <a:rPr lang="en-IN" dirty="0"/>
              <a:t>) {</a:t>
            </a:r>
            <a:br>
              <a:rPr lang="en-IN" dirty="0"/>
            </a:br>
            <a:r>
              <a:rPr lang="en-IN" dirty="0"/>
              <a:t>      for (d = 0; d &lt; q; d++)</a:t>
            </a:r>
            <a:br>
              <a:rPr lang="en-IN" dirty="0"/>
            </a:br>
            <a:r>
              <a:rPr lang="en-IN" dirty="0"/>
              <a:t>        </a:t>
            </a:r>
            <a:r>
              <a:rPr lang="en-IN" dirty="0" err="1"/>
              <a:t>printf</a:t>
            </a:r>
            <a:r>
              <a:rPr lang="en-IN" dirty="0"/>
              <a:t>("%d</a:t>
            </a:r>
            <a:r>
              <a:rPr lang="en-IN" b="1" dirty="0"/>
              <a:t>\t</a:t>
            </a:r>
            <a:r>
              <a:rPr lang="en-IN" dirty="0"/>
              <a:t>", multiply[c][d]);</a:t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r>
              <a:rPr lang="en-IN" dirty="0"/>
              <a:t>      </a:t>
            </a:r>
            <a:r>
              <a:rPr lang="en-IN" dirty="0" err="1"/>
              <a:t>printf</a:t>
            </a:r>
            <a:r>
              <a:rPr lang="en-IN" dirty="0"/>
              <a:t>("</a:t>
            </a:r>
            <a:r>
              <a:rPr lang="en-IN" b="1" dirty="0"/>
              <a:t>\n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    }</a:t>
            </a:r>
            <a:br>
              <a:rPr lang="en-IN" dirty="0"/>
            </a:br>
            <a:r>
              <a:rPr lang="en-IN" dirty="0"/>
              <a:t>  }</a:t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r>
              <a:rPr lang="en-IN" dirty="0"/>
              <a:t>  return 0;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04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#include &lt;</a:t>
            </a:r>
            <a:r>
              <a:rPr lang="en-IN" dirty="0" err="1" smtClean="0"/>
              <a:t>stdio.h</a:t>
            </a:r>
            <a:r>
              <a:rPr lang="en-IN" dirty="0" smtClean="0"/>
              <a:t>&gt; </a:t>
            </a:r>
          </a:p>
          <a:p>
            <a:r>
              <a:rPr lang="en-IN" dirty="0" smtClean="0"/>
              <a:t>void main() </a:t>
            </a:r>
          </a:p>
          <a:p>
            <a:r>
              <a:rPr lang="en-IN" dirty="0" smtClean="0"/>
              <a:t>{</a:t>
            </a:r>
          </a:p>
          <a:p>
            <a:r>
              <a:rPr lang="en-IN" dirty="0" smtClean="0"/>
              <a:t> </a:t>
            </a:r>
            <a:r>
              <a:rPr lang="en-IN" dirty="0" err="1" smtClean="0"/>
              <a:t>int</a:t>
            </a:r>
            <a:r>
              <a:rPr lang="en-IN" dirty="0" smtClean="0"/>
              <a:t> arr1[10][10],</a:t>
            </a:r>
            <a:r>
              <a:rPr lang="en-IN" dirty="0" err="1" smtClean="0"/>
              <a:t>i,j,n</a:t>
            </a:r>
            <a:r>
              <a:rPr lang="en-IN" dirty="0" smtClean="0"/>
              <a:t>; float determinant=0; </a:t>
            </a:r>
            <a:r>
              <a:rPr lang="en-IN" dirty="0" err="1" smtClean="0"/>
              <a:t>printf</a:t>
            </a:r>
            <a:r>
              <a:rPr lang="en-IN" dirty="0" smtClean="0"/>
              <a:t>("\n\</a:t>
            </a:r>
            <a:r>
              <a:rPr lang="en-IN" dirty="0" err="1" smtClean="0"/>
              <a:t>nDisplay</a:t>
            </a:r>
            <a:r>
              <a:rPr lang="en-IN" dirty="0" smtClean="0"/>
              <a:t> the upper triangular of a given matrix :\n"); </a:t>
            </a:r>
          </a:p>
          <a:p>
            <a:r>
              <a:rPr lang="en-IN" dirty="0" err="1" smtClean="0"/>
              <a:t>printf</a:t>
            </a:r>
            <a:r>
              <a:rPr lang="en-IN" dirty="0" smtClean="0"/>
              <a:t>("----------------------------------------------\n"); </a:t>
            </a:r>
            <a:r>
              <a:rPr lang="en-IN" dirty="0" err="1" smtClean="0"/>
              <a:t>printf</a:t>
            </a:r>
            <a:r>
              <a:rPr lang="en-IN" dirty="0" smtClean="0"/>
              <a:t>("Input the size of the square matrix : "); </a:t>
            </a:r>
            <a:r>
              <a:rPr lang="en-IN" dirty="0" err="1" smtClean="0"/>
              <a:t>scanf</a:t>
            </a:r>
            <a:r>
              <a:rPr lang="en-IN" dirty="0" smtClean="0"/>
              <a:t>("%d", &amp;n</a:t>
            </a:r>
            <a:r>
              <a:rPr lang="en-IN" smtClean="0"/>
              <a:t>); </a:t>
            </a:r>
          </a:p>
          <a:p>
            <a:r>
              <a:rPr lang="en-IN" smtClean="0"/>
              <a:t>printf</a:t>
            </a:r>
            <a:r>
              <a:rPr lang="en-IN" dirty="0" smtClean="0"/>
              <a:t>("Input elements in the first matrix :\n"); for(i=0;i&lt;</a:t>
            </a:r>
            <a:r>
              <a:rPr lang="en-IN" dirty="0" err="1" smtClean="0"/>
              <a:t>n;i</a:t>
            </a:r>
            <a:r>
              <a:rPr lang="en-IN" dirty="0" smtClean="0"/>
              <a:t>++)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93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1236</Words>
  <Application>Microsoft Office PowerPoint</Application>
  <PresentationFormat>On-screen Show (4:3)</PresentationFormat>
  <Paragraphs>187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Array</vt:lpstr>
      <vt:lpstr>Arrays</vt:lpstr>
      <vt:lpstr>Array Applications</vt:lpstr>
      <vt:lpstr>Arrays</vt:lpstr>
      <vt:lpstr>Cont..</vt:lpstr>
      <vt:lpstr>Array Declaration</vt:lpstr>
      <vt:lpstr>Cont..</vt:lpstr>
      <vt:lpstr>Examples Using Arrays</vt:lpstr>
      <vt:lpstr>Example 1: Array Input/Output</vt:lpstr>
      <vt:lpstr>Cont…</vt:lpstr>
      <vt:lpstr>Example 2: Calculate Average </vt:lpstr>
      <vt:lpstr>Cont..</vt:lpstr>
      <vt:lpstr>Multidimensional Arrays</vt:lpstr>
      <vt:lpstr>PowerPoint Presentation</vt:lpstr>
      <vt:lpstr>Cont..</vt:lpstr>
      <vt:lpstr>Initialization of a 2d array</vt:lpstr>
      <vt:lpstr>Cont..</vt:lpstr>
      <vt:lpstr>Sum of two matrices</vt:lpstr>
      <vt:lpstr>PowerPoint Presentation</vt:lpstr>
      <vt:lpstr>Cont…</vt:lpstr>
      <vt:lpstr>Matrix multiplication</vt:lpstr>
      <vt:lpstr>Cont..</vt:lpstr>
      <vt:lpstr>Cont..</vt:lpstr>
      <vt:lpstr>Cont..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</dc:title>
  <dc:creator>gift</dc:creator>
  <cp:lastModifiedBy>Jyotsna</cp:lastModifiedBy>
  <cp:revision>19</cp:revision>
  <dcterms:created xsi:type="dcterms:W3CDTF">2006-08-16T00:00:00Z</dcterms:created>
  <dcterms:modified xsi:type="dcterms:W3CDTF">2021-07-30T03:46:57Z</dcterms:modified>
</cp:coreProperties>
</file>